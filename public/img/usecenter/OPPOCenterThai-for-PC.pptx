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7" r:id="rId13"/>
    <p:sldId id="266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E0AB8-2F6E-445B-A236-7A972DE04B8E}" type="datetimeFigureOut">
              <a:rPr lang="en-US" smtClean="0"/>
              <a:t>10/31/2015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B85FC-95C7-4D13-A6F8-AAA2EC2EFEB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1000108"/>
            <a:ext cx="7772400" cy="1470025"/>
          </a:xfr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OPPO Center Thai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85918" y="3357562"/>
            <a:ext cx="586410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6600" b="1" dirty="0" smtClean="0"/>
              <a:t>การใช้งานสำหรับ </a:t>
            </a:r>
            <a:r>
              <a:rPr lang="en-US" sz="6600" b="1" dirty="0" smtClean="0"/>
              <a:t>PC </a:t>
            </a:r>
            <a:endParaRPr lang="en-US" sz="6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8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86375" y="0"/>
            <a:ext cx="3857625" cy="685800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4071934" y="2786058"/>
            <a:ext cx="1428760" cy="92869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428604"/>
            <a:ext cx="5368777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800" b="1" dirty="0" smtClean="0"/>
              <a:t>การใช้งานบน</a:t>
            </a:r>
            <a:r>
              <a:rPr lang="th-TH" sz="4800" b="1" dirty="0" smtClean="0"/>
              <a:t>โทรศัพท์มือถือ</a:t>
            </a:r>
            <a:endParaRPr lang="th-TH" sz="4800" b="1" dirty="0" smtClean="0"/>
          </a:p>
          <a:p>
            <a:endParaRPr lang="th-TH" sz="4400" b="1" dirty="0" smtClean="0"/>
          </a:p>
          <a:p>
            <a:r>
              <a:rPr lang="th-TH" sz="4400" b="1" dirty="0" smtClean="0"/>
              <a:t>     เปิดเบราเซอร์ </a:t>
            </a:r>
          </a:p>
          <a:p>
            <a:r>
              <a:rPr lang="en-US" sz="4400" b="1" dirty="0" smtClean="0">
                <a:solidFill>
                  <a:srgbClr val="FF0000"/>
                </a:solidFill>
              </a:rPr>
              <a:t>Google Chrome</a:t>
            </a:r>
          </a:p>
          <a:p>
            <a:r>
              <a:rPr lang="th-TH" sz="4400" b="1" dirty="0" smtClean="0"/>
              <a:t>  ในโทรศัพท์มือถือ</a:t>
            </a:r>
            <a:endParaRPr lang="en-US" sz="4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10869" y="5572140"/>
            <a:ext cx="5246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*</a:t>
            </a:r>
            <a:r>
              <a:rPr lang="th-TH" b="1" dirty="0" smtClean="0"/>
              <a:t>หมายเหตุ </a:t>
            </a:r>
            <a:endParaRPr lang="en-US" b="1" dirty="0" smtClean="0"/>
          </a:p>
          <a:p>
            <a:r>
              <a:rPr lang="th-TH" dirty="0" smtClean="0"/>
              <a:t>สามารถใช้งาน </a:t>
            </a:r>
            <a:r>
              <a:rPr lang="en-US" dirty="0" smtClean="0"/>
              <a:t>OPPO Center Thai </a:t>
            </a:r>
            <a:r>
              <a:rPr lang="th-TH" dirty="0" smtClean="0"/>
              <a:t>ได้ในคอมพิวเตอร์</a:t>
            </a:r>
            <a:r>
              <a:rPr lang="en-US" dirty="0" smtClean="0"/>
              <a:t>,</a:t>
            </a:r>
            <a:r>
              <a:rPr lang="th-TH" dirty="0" smtClean="0"/>
              <a:t>แท็ปเลต</a:t>
            </a:r>
            <a:r>
              <a:rPr lang="en-US" dirty="0"/>
              <a:t> </a:t>
            </a:r>
            <a:endParaRPr lang="th-TH" dirty="0" smtClean="0"/>
          </a:p>
          <a:p>
            <a:r>
              <a:rPr lang="th-TH" dirty="0" smtClean="0"/>
              <a:t>และ อุปกรณ์ที่สามารถเชื่อมต่ออินเตอร์เน็ตและมีโปรแกรมเว็บเบราเซอร์ได้ทุกชนิด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8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86375" y="0"/>
            <a:ext cx="3857625" cy="685800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3643306" y="285728"/>
            <a:ext cx="1714512" cy="7143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2910" y="1571612"/>
            <a:ext cx="435771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4400" b="1" dirty="0" smtClean="0"/>
              <a:t>พิมพ์ชื่อเว็บไซต์</a:t>
            </a:r>
          </a:p>
          <a:p>
            <a:r>
              <a:rPr lang="en-US" sz="4400" b="1" dirty="0" smtClean="0">
                <a:solidFill>
                  <a:srgbClr val="00B050"/>
                </a:solidFill>
              </a:rPr>
              <a:t>center.oppo.in.th</a:t>
            </a:r>
          </a:p>
          <a:p>
            <a:r>
              <a:rPr lang="th-TH" sz="4400" b="1" dirty="0" smtClean="0"/>
              <a:t>และกดปุ่ม ไป เพื่อเข้าไปยังหน้าแรกของเว็บไซต์</a:t>
            </a:r>
            <a:endParaRPr lang="en-US" sz="4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8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86375" y="0"/>
            <a:ext cx="3857625" cy="685800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4143372" y="3000372"/>
            <a:ext cx="1785950" cy="121444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14282" y="1857364"/>
            <a:ext cx="52371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4000" b="1" dirty="0" smtClean="0"/>
              <a:t>กรอก </a:t>
            </a:r>
            <a:r>
              <a:rPr lang="en-US" sz="4000" b="1" dirty="0" smtClean="0"/>
              <a:t>user </a:t>
            </a:r>
            <a:r>
              <a:rPr lang="th-TH" sz="4000" b="1" dirty="0" smtClean="0"/>
              <a:t>และ </a:t>
            </a:r>
            <a:r>
              <a:rPr lang="en-US" sz="4000" b="1" dirty="0" smtClean="0"/>
              <a:t>password </a:t>
            </a:r>
            <a:r>
              <a:rPr lang="th-TH" sz="4000" b="1" dirty="0"/>
              <a:t> </a:t>
            </a:r>
            <a:endParaRPr lang="th-TH" sz="4000" b="1" dirty="0" smtClean="0"/>
          </a:p>
          <a:p>
            <a:r>
              <a:rPr lang="th-TH" sz="4000" b="1" dirty="0" smtClean="0"/>
              <a:t>ที่ได้รับจากบริษัท</a:t>
            </a:r>
          </a:p>
          <a:p>
            <a:r>
              <a:rPr lang="th-TH" sz="4000" b="1" dirty="0" smtClean="0"/>
              <a:t>และกดปุ่ม </a:t>
            </a:r>
            <a:r>
              <a:rPr lang="th-TH" sz="4000" b="1" dirty="0" smtClean="0">
                <a:solidFill>
                  <a:srgbClr val="00B050"/>
                </a:solidFill>
              </a:rPr>
              <a:t>เข้าสู่ระบบ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7000892" y="4429132"/>
            <a:ext cx="428628" cy="28575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8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7" name="Left Arrow 6"/>
          <p:cNvSpPr/>
          <p:nvPr/>
        </p:nvSpPr>
        <p:spPr>
          <a:xfrm>
            <a:off x="3714744" y="142852"/>
            <a:ext cx="1643074" cy="78581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158" y="6572272"/>
            <a:ext cx="3429024" cy="2857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214810" y="1428736"/>
            <a:ext cx="4325223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800" b="1" dirty="0" smtClean="0">
                <a:solidFill>
                  <a:srgbClr val="FF0000"/>
                </a:solidFill>
              </a:rPr>
              <a:t>ทำ ไอคอนทางลัด </a:t>
            </a:r>
          </a:p>
          <a:p>
            <a:pPr>
              <a:buFontTx/>
              <a:buChar char="-"/>
            </a:pPr>
            <a:r>
              <a:rPr lang="th-TH" sz="2800" b="1" dirty="0" smtClean="0"/>
              <a:t>เพื่อเข้าสู่ </a:t>
            </a:r>
            <a:r>
              <a:rPr lang="en-US" sz="2800" b="1" dirty="0" smtClean="0"/>
              <a:t>OPPO Center Thai </a:t>
            </a:r>
            <a:endParaRPr lang="th-TH" sz="2800" b="1" dirty="0" smtClean="0"/>
          </a:p>
          <a:p>
            <a:r>
              <a:rPr lang="th-TH" sz="2800" b="1" dirty="0" smtClean="0"/>
              <a:t>ได้สะดวกผ่านการคลิกไอคอนบนมือถือ</a:t>
            </a:r>
          </a:p>
          <a:p>
            <a:endParaRPr lang="th-TH" sz="2800" b="1" dirty="0" smtClean="0"/>
          </a:p>
          <a:p>
            <a:r>
              <a:rPr lang="th-TH" sz="2800" b="1" dirty="0" smtClean="0"/>
              <a:t>กดที่ไอคอนที่มีจุด </a:t>
            </a:r>
            <a:r>
              <a:rPr lang="en-US" sz="2800" b="1" dirty="0" smtClean="0"/>
              <a:t>3 </a:t>
            </a:r>
            <a:r>
              <a:rPr lang="th-TH" sz="2800" b="1" dirty="0" smtClean="0"/>
              <a:t>จุดเรียงกัน </a:t>
            </a:r>
          </a:p>
          <a:p>
            <a:r>
              <a:rPr lang="th-TH" sz="2800" b="1" dirty="0" smtClean="0"/>
              <a:t>ที่อยู่มุมบนขวามือ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538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8" name="Left Arrow 7"/>
          <p:cNvSpPr/>
          <p:nvPr/>
        </p:nvSpPr>
        <p:spPr>
          <a:xfrm>
            <a:off x="3000364" y="4857760"/>
            <a:ext cx="2143140" cy="64294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28662" y="2500306"/>
            <a:ext cx="4227439" cy="76944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th-TH" sz="4400" dirty="0" smtClean="0"/>
              <a:t>กดที่ เพิ่มไปยังหน้าจอหลัก</a:t>
            </a:r>
            <a:endParaRPr lang="en-US" sz="4400" dirty="0"/>
          </a:p>
        </p:txBody>
      </p:sp>
      <p:pic>
        <p:nvPicPr>
          <p:cNvPr id="13" name="Picture 12" descr="1538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86375" y="0"/>
            <a:ext cx="3857625" cy="6858000"/>
          </a:xfrm>
          <a:prstGeom prst="rect">
            <a:avLst/>
          </a:prstGeom>
        </p:spPr>
      </p:pic>
      <p:sp>
        <p:nvSpPr>
          <p:cNvPr id="14" name="Up Arrow 13"/>
          <p:cNvSpPr/>
          <p:nvPr/>
        </p:nvSpPr>
        <p:spPr>
          <a:xfrm>
            <a:off x="7929586" y="4357694"/>
            <a:ext cx="928662" cy="1000132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072330" y="5357826"/>
            <a:ext cx="1931939" cy="707886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th-TH" sz="4000" dirty="0" smtClean="0"/>
              <a:t>กดที่ปุ่ม เพิ่ม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538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-24"/>
            <a:ext cx="3857625" cy="6858000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 rot="5400000">
            <a:off x="4036215" y="3250405"/>
            <a:ext cx="642942" cy="157163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00" y="2996983"/>
            <a:ext cx="4382931" cy="646331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th-TH" sz="3600" dirty="0" smtClean="0"/>
              <a:t>ไอคอนแสดงในหน้าแรกของมือถือ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7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5" name="Left Arrow 4"/>
          <p:cNvSpPr/>
          <p:nvPr/>
        </p:nvSpPr>
        <p:spPr>
          <a:xfrm>
            <a:off x="2428860" y="1643050"/>
            <a:ext cx="1143008" cy="71438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Arrow 5"/>
          <p:cNvSpPr/>
          <p:nvPr/>
        </p:nvSpPr>
        <p:spPr>
          <a:xfrm>
            <a:off x="2357422" y="2928934"/>
            <a:ext cx="1214446" cy="42862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643306" y="1714488"/>
            <a:ext cx="428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b="1" dirty="0" smtClean="0">
                <a:solidFill>
                  <a:srgbClr val="FF0000"/>
                </a:solidFill>
              </a:rPr>
              <a:t>1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43306" y="2857496"/>
            <a:ext cx="333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b="1" dirty="0" smtClean="0">
                <a:solidFill>
                  <a:srgbClr val="FF0000"/>
                </a:solidFill>
              </a:rPr>
              <a:t>2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29190" y="428604"/>
            <a:ext cx="3177473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sz="4800" b="1" dirty="0" smtClean="0">
                <a:solidFill>
                  <a:srgbClr val="FF0000"/>
                </a:solidFill>
              </a:rPr>
              <a:t>รายงานยอดขาย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71934" y="1571612"/>
            <a:ext cx="48577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 smtClean="0"/>
              <a:t>เมื่อมีการขายสินค้าได้เรียบร้อยแล้ว </a:t>
            </a:r>
          </a:p>
          <a:p>
            <a:r>
              <a:rPr lang="th-TH" sz="3200" b="1" dirty="0" smtClean="0"/>
              <a:t>จะสามารถรายงานยอดขายได้ทันที</a:t>
            </a:r>
          </a:p>
          <a:p>
            <a:r>
              <a:rPr lang="th-TH" sz="3200" b="1" dirty="0" smtClean="0"/>
              <a:t>โดย</a:t>
            </a:r>
          </a:p>
          <a:p>
            <a:pPr marL="342900" indent="-342900">
              <a:buAutoNum type="arabicPeriod"/>
            </a:pPr>
            <a:r>
              <a:rPr lang="th-TH" sz="3200" b="1" dirty="0" smtClean="0"/>
              <a:t>คลิกที่เมนู รายงานยอดขาย</a:t>
            </a:r>
          </a:p>
          <a:p>
            <a:pPr marL="342900" indent="-342900">
              <a:buAutoNum type="arabicPeriod"/>
            </a:pPr>
            <a:r>
              <a:rPr lang="th-TH" sz="3200" b="1" dirty="0" smtClean="0"/>
              <a:t>คลิกที่แถบ รายงานยอดขาย </a:t>
            </a:r>
          </a:p>
          <a:p>
            <a:pPr marL="342900" indent="-342900"/>
            <a:r>
              <a:rPr lang="th-TH" sz="3200" b="1" dirty="0" smtClean="0"/>
              <a:t>เพื่อเข้าสู่หน้าทำรายการ</a:t>
            </a:r>
            <a:endParaRPr lang="en-US"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7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86375" y="0"/>
            <a:ext cx="3857625" cy="68580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4643438" y="642918"/>
            <a:ext cx="785818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00232" y="428604"/>
            <a:ext cx="2635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กดที่ช่องเพื่อเลือกวันที่ขาย</a:t>
            </a:r>
            <a:endParaRPr lang="en-US" sz="2400" b="1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643438" y="1357298"/>
            <a:ext cx="857256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71802" y="1142984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เลือกร้านที่ขาย</a:t>
            </a:r>
            <a:endParaRPr lang="en-US" sz="2400" b="1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4714876" y="2143116"/>
            <a:ext cx="71438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714876" y="2571744"/>
            <a:ext cx="71438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714876" y="3000372"/>
            <a:ext cx="71438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714876" y="4000504"/>
            <a:ext cx="71438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714876" y="4357694"/>
            <a:ext cx="71438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000628" y="5857892"/>
            <a:ext cx="428628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714876" y="6643710"/>
            <a:ext cx="714380" cy="158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81607" y="1928802"/>
            <a:ext cx="933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เลือกรุ่น</a:t>
            </a:r>
            <a:endParaRPr lang="en-US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3906641" y="2357430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เลือกสี</a:t>
            </a:r>
            <a:endParaRPr lang="en-US" sz="2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3643306" y="2786058"/>
            <a:ext cx="10711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ใส่ </a:t>
            </a:r>
            <a:r>
              <a:rPr lang="en-US" sz="2400" b="1" dirty="0" smtClean="0"/>
              <a:t>IMEI</a:t>
            </a:r>
            <a:endParaRPr lang="en-US" sz="24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3500430" y="3786190"/>
            <a:ext cx="1210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ใส่ชื่อลูกค้า</a:t>
            </a:r>
            <a:endParaRPr lang="en-US" sz="24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2954458" y="4143380"/>
            <a:ext cx="1760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ใส่เบอร์โทรลูกค้า</a:t>
            </a:r>
            <a:endParaRPr lang="en-US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07942" y="5643578"/>
            <a:ext cx="4892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000" b="1" dirty="0" smtClean="0"/>
              <a:t>แนบไฟล์สำคัญ เช่น ใบรับประกัน</a:t>
            </a:r>
            <a:r>
              <a:rPr lang="en-US" sz="2000" b="1" dirty="0" smtClean="0"/>
              <a:t>,</a:t>
            </a:r>
            <a:r>
              <a:rPr lang="th-TH" sz="2000" b="1" dirty="0" smtClean="0"/>
              <a:t> ภาพถ่ายการยืนยันการขาย</a:t>
            </a:r>
            <a:endParaRPr lang="en-US" sz="2000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1928794" y="6429396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กดไอคอน </a:t>
            </a:r>
            <a:r>
              <a:rPr lang="en-US" sz="2400" b="1" dirty="0" smtClean="0"/>
              <a:t>+ </a:t>
            </a:r>
            <a:r>
              <a:rPr lang="th-TH" sz="2400" b="1" dirty="0" smtClean="0"/>
              <a:t>เพื่อเพิ่ม </a:t>
            </a:r>
            <a:r>
              <a:rPr lang="en-US" sz="2400" b="1" dirty="0" smtClean="0"/>
              <a:t>IMEI</a:t>
            </a:r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7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86375" y="0"/>
            <a:ext cx="3857625" cy="685800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4929190" y="2214554"/>
            <a:ext cx="571504" cy="42862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7158" y="2214554"/>
            <a:ext cx="5021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 smtClean="0"/>
              <a:t>ใส่หมายเหตุ หรือ เหตุผลทางด้านการขายต่างๆ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57158" y="3214686"/>
            <a:ext cx="4286280" cy="193899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th-TH" sz="2000" dirty="0" smtClean="0"/>
              <a:t>สามารถทำการรายงาน </a:t>
            </a:r>
            <a:r>
              <a:rPr lang="en-US" sz="2000" dirty="0" smtClean="0"/>
              <a:t>Stock </a:t>
            </a:r>
            <a:r>
              <a:rPr lang="th-TH" sz="2000" dirty="0" smtClean="0"/>
              <a:t>สินค้าคงเหลือในร้านได้</a:t>
            </a:r>
          </a:p>
          <a:p>
            <a:pPr>
              <a:buFontTx/>
              <a:buChar char="-"/>
            </a:pPr>
            <a:r>
              <a:rPr lang="th-TH" sz="2000" dirty="0" smtClean="0"/>
              <a:t>เลือกรุ่น</a:t>
            </a:r>
          </a:p>
          <a:p>
            <a:pPr>
              <a:buFontTx/>
              <a:buChar char="-"/>
            </a:pPr>
            <a:r>
              <a:rPr lang="th-TH" sz="2000" dirty="0" smtClean="0"/>
              <a:t>เลือกสี</a:t>
            </a:r>
          </a:p>
          <a:p>
            <a:pPr>
              <a:buFontTx/>
              <a:buChar char="-"/>
            </a:pPr>
            <a:r>
              <a:rPr lang="th-TH" sz="2000" dirty="0" smtClean="0"/>
              <a:t>ใส่จำนวนที่เหลืออยู่ในร้าน</a:t>
            </a:r>
          </a:p>
          <a:p>
            <a:pPr>
              <a:buFontTx/>
              <a:buChar char="-"/>
            </a:pPr>
            <a:r>
              <a:rPr lang="th-TH" sz="2000" dirty="0" smtClean="0"/>
              <a:t>กดปุ่ม ส่ง </a:t>
            </a:r>
            <a:r>
              <a:rPr lang="en-US" sz="2000" dirty="0" smtClean="0"/>
              <a:t>Stock</a:t>
            </a:r>
          </a:p>
          <a:p>
            <a:r>
              <a:rPr lang="en-US" sz="2000" dirty="0" smtClean="0"/>
              <a:t>Stock </a:t>
            </a:r>
            <a:r>
              <a:rPr lang="th-TH" sz="2000" dirty="0" smtClean="0"/>
              <a:t>จะทำการอัฟเดตในหน้ารายงาน </a:t>
            </a:r>
            <a:r>
              <a:rPr lang="en-US" sz="2000" dirty="0" smtClean="0"/>
              <a:t>Stock </a:t>
            </a:r>
            <a:r>
              <a:rPr lang="th-TH" sz="2000" dirty="0" smtClean="0"/>
              <a:t>อัตโนมัติ</a:t>
            </a:r>
            <a:endParaRPr lang="en-US" sz="2000" dirty="0"/>
          </a:p>
        </p:txBody>
      </p:sp>
      <p:sp>
        <p:nvSpPr>
          <p:cNvPr id="7" name="Left Brace 6"/>
          <p:cNvSpPr/>
          <p:nvPr/>
        </p:nvSpPr>
        <p:spPr>
          <a:xfrm>
            <a:off x="4714876" y="3214686"/>
            <a:ext cx="785818" cy="1928826"/>
          </a:xfrm>
          <a:prstGeom prst="leftBrace">
            <a:avLst>
              <a:gd name="adj1" fmla="val 8333"/>
              <a:gd name="adj2" fmla="val 49271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714876" y="5500702"/>
            <a:ext cx="1143008" cy="42862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4282" y="5357826"/>
            <a:ext cx="4482317" cy="12003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หลังจากที่ทำการกรอกข้อมูลการขายต่างๆแล้ว </a:t>
            </a:r>
          </a:p>
          <a:p>
            <a:r>
              <a:rPr lang="th-TH" sz="2400" b="1" dirty="0" smtClean="0"/>
              <a:t>ขั้นตอนสุดท้ายจะเป็นการส่งรายงานยอดขาย</a:t>
            </a:r>
          </a:p>
          <a:p>
            <a:r>
              <a:rPr lang="th-TH" sz="2400" b="1" dirty="0" smtClean="0"/>
              <a:t> โดยการคลิกที่ปุ่ม </a:t>
            </a:r>
            <a:r>
              <a:rPr lang="th-TH" sz="2400" b="1" dirty="0" smtClean="0">
                <a:solidFill>
                  <a:schemeClr val="bg1">
                    <a:lumMod val="95000"/>
                  </a:schemeClr>
                </a:solidFill>
              </a:rPr>
              <a:t>ส่งรายงานยอดขาย</a:t>
            </a:r>
            <a:endParaRPr lang="en-US" sz="24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7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5" name="Left Arrow 4"/>
          <p:cNvSpPr/>
          <p:nvPr/>
        </p:nvSpPr>
        <p:spPr>
          <a:xfrm>
            <a:off x="2428860" y="1928802"/>
            <a:ext cx="1643074" cy="50006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214810" y="1714488"/>
            <a:ext cx="4778872" cy="83099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th-TH" sz="2400" b="1" dirty="0" smtClean="0"/>
              <a:t>สามารถตรวจสอบผลการรายงานยอดขายได้ที่แถบ</a:t>
            </a:r>
          </a:p>
          <a:p>
            <a:r>
              <a:rPr lang="th-TH" sz="2400" b="1" dirty="0" smtClean="0">
                <a:solidFill>
                  <a:srgbClr val="FF0000"/>
                </a:solidFill>
              </a:rPr>
              <a:t>ผลการรายงานยอดขาย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3929058" y="4643446"/>
            <a:ext cx="428628" cy="178595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29124" y="4357694"/>
            <a:ext cx="4278735" cy="230832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th-TH" sz="2400" b="1" dirty="0" smtClean="0"/>
              <a:t>สถานะ </a:t>
            </a:r>
            <a:r>
              <a:rPr lang="en-US" sz="2400" b="1" dirty="0" smtClean="0"/>
              <a:t>Pending (Wait Approve) </a:t>
            </a:r>
            <a:endParaRPr lang="th-TH" sz="2400" b="1" dirty="0" smtClean="0"/>
          </a:p>
          <a:p>
            <a:r>
              <a:rPr lang="th-TH" sz="2400" b="1" dirty="0" smtClean="0"/>
              <a:t>คือ รอให้ </a:t>
            </a:r>
            <a:r>
              <a:rPr lang="en-US" sz="2400" b="1" dirty="0" smtClean="0"/>
              <a:t>Sale </a:t>
            </a:r>
            <a:r>
              <a:rPr lang="th-TH" sz="2400" b="1" dirty="0" smtClean="0"/>
              <a:t>ตรวจสอบและยืนยันรายการ</a:t>
            </a:r>
          </a:p>
          <a:p>
            <a:pPr>
              <a:buFontTx/>
              <a:buChar char="-"/>
            </a:pPr>
            <a:r>
              <a:rPr lang="th-TH" sz="2400" b="1" dirty="0" smtClean="0"/>
              <a:t> สามารถกดแก้ไข และเพิ่ม </a:t>
            </a:r>
            <a:r>
              <a:rPr lang="en-US" sz="2400" b="1" dirty="0" smtClean="0"/>
              <a:t>IMEI </a:t>
            </a:r>
            <a:endParaRPr lang="th-TH" sz="2400" b="1" dirty="0" smtClean="0"/>
          </a:p>
          <a:p>
            <a:r>
              <a:rPr lang="th-TH" sz="2400" b="1" dirty="0" smtClean="0"/>
              <a:t>ที่ขายได้ในวันเดียวกัน</a:t>
            </a:r>
          </a:p>
          <a:p>
            <a:pPr>
              <a:buFontTx/>
              <a:buChar char="-"/>
            </a:pPr>
            <a:r>
              <a:rPr lang="th-TH" sz="2400" b="1" dirty="0"/>
              <a:t> </a:t>
            </a:r>
            <a:r>
              <a:rPr lang="th-TH" sz="2400" b="1" dirty="0" smtClean="0"/>
              <a:t>หากต้องการยกเลิกการายงานยอดขายนี้ </a:t>
            </a:r>
          </a:p>
          <a:p>
            <a:r>
              <a:rPr lang="th-TH" sz="2400" b="1" dirty="0" smtClean="0"/>
              <a:t>ให้กดที่ปุ่ม ลบ</a:t>
            </a:r>
            <a:endParaRPr 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8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57620" y="1500174"/>
            <a:ext cx="514801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b="1" dirty="0" smtClean="0">
                <a:solidFill>
                  <a:srgbClr val="FF0000"/>
                </a:solidFill>
              </a:rPr>
              <a:t>สถิติยอดขาย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th-TH" sz="2400" b="1" dirty="0" smtClean="0"/>
              <a:t>สามารถดูได้ที่หน้าแรกของ </a:t>
            </a:r>
            <a:r>
              <a:rPr lang="en-US" sz="2400" b="1" dirty="0" smtClean="0"/>
              <a:t>OPPO Center Thai</a:t>
            </a:r>
          </a:p>
          <a:p>
            <a:endParaRPr lang="th-TH" sz="2400" b="1" dirty="0" smtClean="0"/>
          </a:p>
          <a:p>
            <a:r>
              <a:rPr lang="en-US" sz="2400" b="1" dirty="0" smtClean="0"/>
              <a:t>- </a:t>
            </a:r>
            <a:r>
              <a:rPr lang="th-TH" sz="2400" b="1" dirty="0" smtClean="0"/>
              <a:t>ยอดขายที่ </a:t>
            </a:r>
            <a:r>
              <a:rPr lang="en-US" sz="2400" b="1" dirty="0" smtClean="0"/>
              <a:t>Approved </a:t>
            </a:r>
            <a:r>
              <a:rPr lang="th-TH" sz="2400" b="1" dirty="0" smtClean="0"/>
              <a:t>จะถูกนำไปคิดค่าคอม </a:t>
            </a:r>
            <a:r>
              <a:rPr lang="en-US" sz="2400" b="1" dirty="0" smtClean="0"/>
              <a:t>KPI</a:t>
            </a:r>
            <a:endParaRPr lang="th-TH" sz="2400" b="1" dirty="0" smtClean="0"/>
          </a:p>
          <a:p>
            <a:endParaRPr lang="th-TH" sz="2400" b="1" dirty="0"/>
          </a:p>
          <a:p>
            <a:r>
              <a:rPr lang="en-US" sz="2400" b="1" dirty="0" smtClean="0"/>
              <a:t>- </a:t>
            </a:r>
            <a:r>
              <a:rPr lang="th-TH" sz="2400" b="1" dirty="0" smtClean="0"/>
              <a:t>ยอดขายที่ไม่ได้ </a:t>
            </a:r>
            <a:r>
              <a:rPr lang="en-US" sz="2400" b="1" dirty="0" smtClean="0"/>
              <a:t>Approved </a:t>
            </a:r>
            <a:endParaRPr lang="th-TH" sz="2400" b="1" dirty="0" smtClean="0"/>
          </a:p>
          <a:p>
            <a:r>
              <a:rPr lang="th-TH" sz="2400" b="1" dirty="0" smtClean="0"/>
              <a:t>จะต้องรอให้ </a:t>
            </a:r>
            <a:r>
              <a:rPr lang="en-US" sz="2400" b="1" dirty="0" smtClean="0"/>
              <a:t>Sale </a:t>
            </a:r>
            <a:r>
              <a:rPr lang="th-TH" sz="2400" b="1" dirty="0" smtClean="0"/>
              <a:t>ตรวจสอบ</a:t>
            </a:r>
          </a:p>
          <a:p>
            <a:r>
              <a:rPr lang="th-TH" sz="2400" b="1" dirty="0" smtClean="0"/>
              <a:t>และ </a:t>
            </a:r>
            <a:r>
              <a:rPr lang="en-US" sz="2400" b="1" dirty="0" smtClean="0"/>
              <a:t>Approve </a:t>
            </a:r>
            <a:r>
              <a:rPr lang="th-TH" sz="2400" b="1" dirty="0" smtClean="0"/>
              <a:t>ยืนยันรายการก่อน</a:t>
            </a:r>
            <a:endParaRPr lang="en-US" sz="2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7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928803"/>
            <a:ext cx="392909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200" b="1" dirty="0" smtClean="0"/>
              <a:t>เมื่อ </a:t>
            </a:r>
            <a:r>
              <a:rPr lang="en-US" sz="3200" b="1" dirty="0" smtClean="0"/>
              <a:t>Sale </a:t>
            </a:r>
            <a:r>
              <a:rPr lang="th-TH" sz="3200" b="1" dirty="0" smtClean="0"/>
              <a:t>ทำการตรวจสอบและยืนยันรายการแล้ว </a:t>
            </a:r>
          </a:p>
          <a:p>
            <a:r>
              <a:rPr lang="th-TH" sz="3200" b="1" dirty="0" smtClean="0"/>
              <a:t>สถานะจะเปลี่ยนเป็น</a:t>
            </a:r>
          </a:p>
          <a:p>
            <a:endParaRPr lang="th-TH" sz="3200" dirty="0"/>
          </a:p>
        </p:txBody>
      </p:sp>
      <p:sp>
        <p:nvSpPr>
          <p:cNvPr id="6" name="Rectangle 5"/>
          <p:cNvSpPr/>
          <p:nvPr/>
        </p:nvSpPr>
        <p:spPr>
          <a:xfrm>
            <a:off x="5357818" y="3786190"/>
            <a:ext cx="1502784" cy="461665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2400" b="1" dirty="0" smtClean="0">
                <a:solidFill>
                  <a:schemeClr val="bg1"/>
                </a:solidFill>
              </a:rPr>
              <a:t>Approved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537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857625" cy="6858000"/>
          </a:xfrm>
          <a:prstGeom prst="rect">
            <a:avLst/>
          </a:prstGeom>
        </p:spPr>
      </p:pic>
      <p:sp>
        <p:nvSpPr>
          <p:cNvPr id="5" name="Left Arrow 4"/>
          <p:cNvSpPr/>
          <p:nvPr/>
        </p:nvSpPr>
        <p:spPr>
          <a:xfrm>
            <a:off x="3214678" y="2143116"/>
            <a:ext cx="1214446" cy="642942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00562" y="2143116"/>
            <a:ext cx="44489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 smtClean="0"/>
              <a:t>หลังจากที่ </a:t>
            </a:r>
            <a:r>
              <a:rPr lang="en-US" sz="2400" dirty="0" smtClean="0"/>
              <a:t>Sale </a:t>
            </a:r>
            <a:r>
              <a:rPr lang="th-TH" sz="2400" dirty="0" smtClean="0"/>
              <a:t>ทำการ </a:t>
            </a:r>
            <a:r>
              <a:rPr lang="en-US" sz="2400" dirty="0" smtClean="0"/>
              <a:t>Approve </a:t>
            </a:r>
            <a:r>
              <a:rPr lang="th-TH" sz="2400" dirty="0" smtClean="0"/>
              <a:t>รายการแล้ว </a:t>
            </a:r>
          </a:p>
          <a:p>
            <a:r>
              <a:rPr lang="th-TH" sz="2400" dirty="0" smtClean="0"/>
              <a:t>ตัวเลขยอดขายที่ </a:t>
            </a:r>
            <a:r>
              <a:rPr lang="en-US" sz="2400" dirty="0" smtClean="0"/>
              <a:t>Approved </a:t>
            </a:r>
            <a:r>
              <a:rPr lang="th-TH" sz="2400" dirty="0" smtClean="0"/>
              <a:t>จะเพิ่มขึ้น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86050" y="1857364"/>
            <a:ext cx="4288162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/>
              <a:t>Thanks. </a:t>
            </a:r>
          </a:p>
          <a:p>
            <a:r>
              <a:rPr lang="en-US" dirty="0" smtClean="0"/>
              <a:t>    By: Mr. </a:t>
            </a:r>
            <a:r>
              <a:rPr lang="en-US" dirty="0" err="1" smtClean="0"/>
              <a:t>Yo</a:t>
            </a:r>
            <a:r>
              <a:rPr lang="en-US" dirty="0" smtClean="0"/>
              <a:t> and Team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411</Words>
  <Application>Microsoft Office PowerPoint</Application>
  <PresentationFormat>On-screen Show (4:3)</PresentationFormat>
  <Paragraphs>76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OPPO Center Thai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 Center Thai</dc:title>
  <dc:creator>admin</dc:creator>
  <cp:lastModifiedBy>admin</cp:lastModifiedBy>
  <cp:revision>24</cp:revision>
  <dcterms:created xsi:type="dcterms:W3CDTF">2015-10-31T05:55:28Z</dcterms:created>
  <dcterms:modified xsi:type="dcterms:W3CDTF">2015-10-31T07:46:50Z</dcterms:modified>
</cp:coreProperties>
</file>